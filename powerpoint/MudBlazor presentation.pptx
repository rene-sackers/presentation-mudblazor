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1" r:id="rId4"/>
    <p:sldId id="260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242"/>
    <a:srgbClr val="5F50E5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>
        <p:scale>
          <a:sx n="75" d="100"/>
          <a:sy n="75" d="100"/>
        </p:scale>
        <p:origin x="312" y="17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Design, guess what Blazor stands for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solidFill>
                  <a:srgbClr val="424242"/>
                </a:solidFill>
              </a:rPr>
              <a:t>Component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Color/Themes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</a:t>
            </a:r>
          </a:p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47</Words>
  <Application>Microsoft Office PowerPoint</Application>
  <PresentationFormat>Widescreen</PresentationFormat>
  <Paragraphs>14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Blazor Component Library You I’ve always wanted</vt:lpstr>
      <vt:lpstr>Contents</vt:lpstr>
      <vt:lpstr>Quick overview</vt:lpstr>
      <vt:lpstr>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6</cp:revision>
  <dcterms:created xsi:type="dcterms:W3CDTF">2025-11-05T14:50:23Z</dcterms:created>
  <dcterms:modified xsi:type="dcterms:W3CDTF">2025-11-05T16:01:18Z</dcterms:modified>
</cp:coreProperties>
</file>