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9" r:id="rId4"/>
    <p:sldId id="261" r:id="rId5"/>
    <p:sldId id="260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649E"/>
    <a:srgbClr val="D9BDE9"/>
    <a:srgbClr val="5F50E5"/>
    <a:srgbClr val="424242"/>
    <a:srgbClr val="E9EEF2"/>
    <a:srgbClr val="EDDD53"/>
    <a:srgbClr val="9857C7"/>
    <a:srgbClr val="2E2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82715" autoAdjust="0"/>
  </p:normalViewPr>
  <p:slideViewPr>
    <p:cSldViewPr snapToGrid="0">
      <p:cViewPr varScale="1">
        <p:scale>
          <a:sx n="104" d="100"/>
          <a:sy n="104" d="100"/>
        </p:scale>
        <p:origin x="860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F2622-5461-4E3A-A9A9-E7D39FD1DE35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57125-8481-4D40-9A99-DC04EDF299F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7885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Show of hands:</a:t>
            </a:r>
          </a:p>
          <a:p>
            <a:r>
              <a:rPr lang="en-GB" dirty="0"/>
              <a:t>Who HASN’T worked with Blazor</a:t>
            </a:r>
          </a:p>
          <a:p>
            <a:r>
              <a:rPr lang="en-GB" dirty="0"/>
              <a:t>Who works a lot on </a:t>
            </a:r>
            <a:r>
              <a:rPr lang="en-GB"/>
              <a:t>dashboard-like sites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57125-8481-4D40-9A99-DC04EDF299F9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1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Beter Bed -&gt; long enough -&gt; don’t tell boss</a:t>
            </a:r>
          </a:p>
          <a:p>
            <a:r>
              <a:rPr lang="en-US" dirty="0"/>
              <a:t>Sleeping on job -&gt; don’t tell boss</a:t>
            </a:r>
          </a:p>
          <a:p>
            <a:r>
              <a:rPr lang="en-US" dirty="0"/>
              <a:t>Speaking of boss, he’s here tonight, so disregard the previous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57125-8481-4D40-9A99-DC04EDF299F9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3993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MUD Blazor = Material User Design… Blazor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57125-8481-4D40-9A99-DC04EDF299F9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6689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Sidenote: all interactive REQUIRED due to main layout components</a:t>
            </a:r>
          </a:p>
          <a:p>
            <a:r>
              <a:rPr lang="en-US" dirty="0"/>
              <a:t>Manual: https://mudblazor.com/getting-started/installation#manual-install-add-components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57125-8481-4D40-9A99-DC04EDF299F9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7590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QR tool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Azurite -&gt; QR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Docker -&gt; MSSQL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Cross sell tool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Docker -&gt; MSSQL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Promotion tool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Azurite -&gt; Backend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57125-8481-4D40-9A99-DC04EDF299F9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390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EB3E-20EC-8F83-E02A-86539EB53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770E6-E1F9-0F42-5BA4-94B509C9F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09C83-8629-8B53-B887-D162C35A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A2BE8-5512-C8B8-D186-784806435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1C668-852D-E7A3-A8CB-28902688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2715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4367-2F0B-A007-880D-966DDCCFF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65125"/>
            <a:ext cx="95758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EE4F-8092-BFCC-B2A9-55FF0AF59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0" y="1825625"/>
            <a:ext cx="95758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0C4A1-6842-DCAF-1C71-BE595E26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8000" y="6356348"/>
            <a:ext cx="2311400" cy="365125"/>
          </a:xfrm>
        </p:spPr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AA742-0817-3A13-7B40-2AB2C313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5799" y="6356349"/>
            <a:ext cx="4140201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7F340-5542-B1D7-6307-40DF4AAC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B2F68-35AF-F6D5-8007-D6AC03C4F2CD}"/>
              </a:ext>
            </a:extLst>
          </p:cNvPr>
          <p:cNvSpPr/>
          <p:nvPr userDrawn="1"/>
        </p:nvSpPr>
        <p:spPr>
          <a:xfrm rot="16200000">
            <a:off x="-2895597" y="2895599"/>
            <a:ext cx="6858002" cy="1066800"/>
          </a:xfrm>
          <a:prstGeom prst="rect">
            <a:avLst/>
          </a:prstGeom>
          <a:solidFill>
            <a:srgbClr val="5F50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3950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C8D4-69C2-BAA7-274D-3DD1B85F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50515-D330-E734-A60F-4B5ABFEF1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DEBFD-BA93-2DDC-ADF8-54059877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EB43-BF37-B370-0DF8-9AA51CE4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51988-AF1E-FE63-0770-47F249D7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275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F0D8-E86E-F81F-44F5-D904BAD46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A9DAD-5587-7C54-4622-8CD0C564E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7FEBC-0AE3-DD89-2239-8FB299395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D3A08-2A4B-1243-67CC-89D8B83A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4554A-6562-5BA5-4C07-3AC4207F4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3DACD-C0F5-8934-7682-6EB91E72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4154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39CD8-6E66-92D9-844F-5BEBB40C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07DF3-B29D-0C6C-C476-50384B1DA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8CACE-50C6-426F-9A2A-66689E4AC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176C16-A466-1BB5-8867-FB34FA63A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C91E5B-A565-EE1E-8878-FD3916E3E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77285-8C68-9D9D-51E3-6B7898ED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68F51-A2AF-5D2E-0035-8A976180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11CF1-39F9-8A92-E91C-1D8A1607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165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A92B0-0673-5341-21CA-4AC6EB439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63D51-3BA6-DEDD-016A-DC6A533E9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EAF42-7637-947E-6738-4222E958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55F2B-9742-00A2-F482-9D7004EC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3144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BB2F9-0E9C-2C7E-4CAF-C7EEA24E0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39673-668B-8B48-A03B-D006CA16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2FE9-7BF2-A835-253F-9AF99777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206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08B10-8259-4ECB-7574-8A5D057E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7588-58EA-C266-B330-69FA70D39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6188F-4D18-9A91-000E-32B8288E8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61BE3-F008-9739-4FCE-A3C8BDCDA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DDD65-3D57-BBFA-0BA7-0B3ABBA0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B72EE-3D0F-992D-4726-342003EE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2098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1528-1D44-8EDA-D5CA-FBF24A0B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A93A84-AF4A-2AFE-B7B3-85265D9DE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3A8A3-0EA7-06F2-F58B-64D915151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6136-7AB5-26A3-4C7C-9E985346D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BFFF8-D554-292B-8658-5E299163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31D0B-359E-20CC-28CD-29933DB7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4865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DA407-34DE-F625-4B3A-8F97A9EB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BAD94-7CF6-CD6D-A446-8B50A6493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3C557-D394-D7F2-96E4-856C69DB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CA299-1A44-0356-38C1-6DF2AC58C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7D606-856B-EE44-ABFD-3C696D20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9566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4907C8-01B2-F72D-A17D-CCA18FB22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68C4A-A109-84C8-9B9D-0CA58CFAE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EB438-20E8-655E-6E97-C4944024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C3A90-F3BE-1510-FBCF-57B41628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4D123-E84C-CA3C-A477-9F5115828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680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A7C74-9217-7A6E-EDBE-94174ADB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365125"/>
            <a:ext cx="10083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F7C52-28BF-4624-DE63-CD63F1D90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000" y="1825625"/>
            <a:ext cx="1008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C2AD0-FA89-B079-9635-A8E306C3E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0000" y="635634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0539C-1798-4111-8018-D381E61B49CE}" type="datetimeFigureOut">
              <a:rPr lang="nl-NL" smtClean="0"/>
              <a:t>14-12-2025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A8FCA-119A-098C-7426-37994066D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25899" y="6356349"/>
            <a:ext cx="45720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7E254-EE99-2B53-66E6-6DE1BF2D5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24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B4E40-EEB2-4DFF-AD2C-D4762D727A7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356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F98716-9FDC-5AD9-D959-BEF18E76ED34}"/>
              </a:ext>
            </a:extLst>
          </p:cNvPr>
          <p:cNvSpPr/>
          <p:nvPr/>
        </p:nvSpPr>
        <p:spPr>
          <a:xfrm rot="20528391">
            <a:off x="-2798999" y="3239497"/>
            <a:ext cx="19059081" cy="2091279"/>
          </a:xfrm>
          <a:prstGeom prst="rect">
            <a:avLst/>
          </a:prstGeom>
          <a:solidFill>
            <a:srgbClr val="5F50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6BB4B-2B08-8B82-9638-195818F55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976" y="650174"/>
            <a:ext cx="8011886" cy="2211779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424242"/>
                </a:solidFill>
              </a:rPr>
              <a:t>The Blazor</a:t>
            </a:r>
            <a:br>
              <a:rPr lang="en-US" b="1" dirty="0">
                <a:solidFill>
                  <a:srgbClr val="424242"/>
                </a:solidFill>
              </a:rPr>
            </a:br>
            <a:r>
              <a:rPr lang="en-US" b="1" dirty="0">
                <a:gradFill>
                  <a:gsLst>
                    <a:gs pos="0">
                      <a:srgbClr val="5F50E5"/>
                    </a:gs>
                    <a:gs pos="100000">
                      <a:srgbClr val="F3649E"/>
                    </a:gs>
                  </a:gsLst>
                  <a:lin ang="0" scaled="0"/>
                </a:gradFill>
              </a:rPr>
              <a:t>Component</a:t>
            </a:r>
            <a:r>
              <a:rPr lang="en-US" b="1" dirty="0">
                <a:solidFill>
                  <a:srgbClr val="424242"/>
                </a:solidFill>
              </a:rPr>
              <a:t> Library</a:t>
            </a:r>
            <a:br>
              <a:rPr lang="en-US" dirty="0">
                <a:solidFill>
                  <a:srgbClr val="424242"/>
                </a:solidFill>
              </a:rPr>
            </a:br>
            <a:r>
              <a:rPr lang="en-US" b="1" strike="sngStrike" dirty="0">
                <a:solidFill>
                  <a:srgbClr val="424242"/>
                </a:solidFill>
              </a:rPr>
              <a:t>You</a:t>
            </a:r>
            <a:r>
              <a:rPr lang="en-US" b="1" dirty="0">
                <a:solidFill>
                  <a:srgbClr val="424242"/>
                </a:solidFill>
              </a:rPr>
              <a:t> I’ve always wanted</a:t>
            </a:r>
            <a:endParaRPr lang="nl-NL" dirty="0">
              <a:solidFill>
                <a:srgbClr val="42424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DE6A62-7055-CC76-5207-0FCCE23DF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949" y="1596572"/>
            <a:ext cx="4895732" cy="505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51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-0.55208 0.002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4" y="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86B3-303B-482F-8781-81FB029F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  <a:endParaRPr lang="nl-NL" dirty="0"/>
          </a:p>
        </p:txBody>
      </p:sp>
      <p:pic>
        <p:nvPicPr>
          <p:cNvPr id="5" name="Content Placeholder 4" descr="A person in a suit leaning against a tree&#10;&#10;AI-generated content may be incorrect.">
            <a:extLst>
              <a:ext uri="{FF2B5EF4-FFF2-40B4-BE49-F238E27FC236}">
                <a16:creationId xmlns:a16="http://schemas.microsoft.com/office/drawing/2014/main" id="{27478149-1F71-604C-F2E5-089C55130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938" y="605134"/>
            <a:ext cx="2754124" cy="2754124"/>
          </a:xfrm>
          <a:prstGeom prst="ellipse">
            <a:avLst/>
          </a:prstGeom>
          <a:ln>
            <a:noFill/>
          </a:ln>
          <a:effectLst>
            <a:outerShdw blurRad="381000" algn="ctr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/>
          </a:scene3d>
          <a:sp3d extrusionH="76200" contourW="63500">
            <a:contourClr>
              <a:schemeClr val="bg1"/>
            </a:contourClr>
          </a:sp3d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7CBB7A-DB3C-9BBA-CCB8-99B30DD1DD1E}"/>
              </a:ext>
            </a:extLst>
          </p:cNvPr>
          <p:cNvSpPr txBox="1">
            <a:spLocks/>
          </p:cNvSpPr>
          <p:nvPr/>
        </p:nvSpPr>
        <p:spPr>
          <a:xfrm>
            <a:off x="1778000" y="1825625"/>
            <a:ext cx="71722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René Sackers</a:t>
            </a:r>
          </a:p>
          <a:p>
            <a:r>
              <a:rPr lang="en-US" dirty="0"/>
              <a:t>.NET “developer” since 2006</a:t>
            </a:r>
          </a:p>
          <a:p>
            <a:r>
              <a:rPr lang="en-US" dirty="0"/>
              <a:t>At Beter Bed since 2019</a:t>
            </a:r>
          </a:p>
          <a:p>
            <a:r>
              <a:rPr lang="en-US" dirty="0"/>
              <a:t>Married 20</a:t>
            </a:r>
            <a:r>
              <a:rPr lang="en-US" baseline="30000" dirty="0"/>
              <a:t>th</a:t>
            </a:r>
            <a:r>
              <a:rPr lang="en-US" dirty="0"/>
              <a:t> June</a:t>
            </a:r>
          </a:p>
          <a:p>
            <a:r>
              <a:rPr lang="en-US" dirty="0"/>
              <a:t>Reach me at:</a:t>
            </a:r>
          </a:p>
          <a:p>
            <a:pPr lvl="1"/>
            <a:r>
              <a:rPr lang="en-US" dirty="0"/>
              <a:t>GitHub - @Rene-Sackers</a:t>
            </a:r>
          </a:p>
          <a:p>
            <a:pPr lvl="1"/>
            <a:r>
              <a:rPr lang="en-US" dirty="0"/>
              <a:t>LinkedIn</a:t>
            </a:r>
          </a:p>
          <a:p>
            <a:pPr lvl="1"/>
            <a:r>
              <a:rPr lang="en-US" dirty="0"/>
              <a:t>.NET Zuid meetings!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99C971-391E-EEE9-C06A-C4D1B1B80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657" y="4928461"/>
            <a:ext cx="1324405" cy="132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625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7DACC-1920-B5A5-ED8F-070C38C5E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26B90-9F35-D6F1-99F8-F3655724A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overview</a:t>
            </a:r>
          </a:p>
          <a:p>
            <a:r>
              <a:rPr lang="en-US" dirty="0"/>
              <a:t>Setup</a:t>
            </a:r>
          </a:p>
          <a:p>
            <a:r>
              <a:rPr lang="en-US" dirty="0"/>
              <a:t>Themes, styling, CSS</a:t>
            </a:r>
          </a:p>
          <a:p>
            <a:r>
              <a:rPr lang="en-US" dirty="0"/>
              <a:t>Notable components</a:t>
            </a:r>
          </a:p>
          <a:p>
            <a:r>
              <a:rPr lang="en-US" dirty="0"/>
              <a:t>In practice</a:t>
            </a:r>
          </a:p>
          <a:p>
            <a:r>
              <a:rPr lang="en-US" dirty="0"/>
              <a:t>Extensions </a:t>
            </a:r>
            <a:r>
              <a:rPr lang="en-US" sz="1800" dirty="0"/>
              <a:t>(if time allows)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4195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CC75-F00E-2A15-94A6-C934706D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overview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14A3DF-98B1-A98D-7197-D9CE1363D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56541">
            <a:off x="1477962" y="1769220"/>
            <a:ext cx="4257675" cy="1152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1ADA25-5B82-37F1-31B9-C7AD1C6F0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59768">
            <a:off x="5929010" y="1822308"/>
            <a:ext cx="6087859" cy="10463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C41FE0-BFA6-63D2-7B27-29172613A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69129">
            <a:off x="4902200" y="3095625"/>
            <a:ext cx="6705600" cy="8953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DBDC65-F58E-FBC5-A692-FCD826FFA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53183">
            <a:off x="8964443" y="4905382"/>
            <a:ext cx="2790825" cy="466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CA4888-5ACD-5F9E-B5FB-0EF4DF9A0A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43612">
            <a:off x="5852932" y="4319358"/>
            <a:ext cx="2542369" cy="20796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32854D-4E4F-560A-C012-5405C86411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892072">
            <a:off x="2009674" y="3248152"/>
            <a:ext cx="2509773" cy="302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54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9307-94C3-356D-431A-8C19274A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79221-FE69-2109-793A-BB1B1955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0" y="1825625"/>
            <a:ext cx="9853478" cy="4351338"/>
          </a:xfrm>
        </p:spPr>
        <p:txBody>
          <a:bodyPr/>
          <a:lstStyle/>
          <a:p>
            <a:r>
              <a:rPr lang="en-US" dirty="0"/>
              <a:t>dotnet new </a:t>
            </a:r>
            <a:r>
              <a:rPr lang="en-US" dirty="0" err="1"/>
              <a:t>mudblazor</a:t>
            </a:r>
            <a:endParaRPr lang="en-US" dirty="0"/>
          </a:p>
          <a:p>
            <a:pPr lvl="1"/>
            <a:r>
              <a:rPr lang="en-US" sz="1800" dirty="0"/>
              <a:t>dotnet new install </a:t>
            </a:r>
            <a:r>
              <a:rPr lang="en-US" sz="1800" dirty="0" err="1"/>
              <a:t>MudBlazor.Templates</a:t>
            </a:r>
            <a:endParaRPr lang="en-US" sz="1800" dirty="0"/>
          </a:p>
          <a:p>
            <a:pPr lvl="1"/>
            <a:r>
              <a:rPr lang="en-US" sz="1800" dirty="0"/>
              <a:t>dotnet new </a:t>
            </a:r>
            <a:r>
              <a:rPr lang="en-US" sz="1800" dirty="0" err="1"/>
              <a:t>mudblazor</a:t>
            </a:r>
            <a:r>
              <a:rPr lang="en-US" sz="1800" dirty="0"/>
              <a:t> --name </a:t>
            </a:r>
            <a:r>
              <a:rPr lang="en-US" sz="1800" dirty="0" err="1"/>
              <a:t>MyApplication</a:t>
            </a:r>
            <a:r>
              <a:rPr lang="en-US" sz="1800" dirty="0"/>
              <a:t> --all-interactive --interactivity Auto</a:t>
            </a:r>
          </a:p>
          <a:p>
            <a:pPr lvl="1"/>
            <a:r>
              <a:rPr lang="en-US" sz="1800" dirty="0"/>
              <a:t>dotnet new </a:t>
            </a:r>
            <a:r>
              <a:rPr lang="en-US" sz="1800" dirty="0" err="1"/>
              <a:t>mudblazor</a:t>
            </a:r>
            <a:r>
              <a:rPr lang="en-US" sz="1800" dirty="0"/>
              <a:t> --name </a:t>
            </a:r>
            <a:r>
              <a:rPr lang="en-US" sz="1800" dirty="0" err="1"/>
              <a:t>MyApplication</a:t>
            </a:r>
            <a:r>
              <a:rPr lang="en-US" sz="1800" dirty="0"/>
              <a:t> --all-interactive --interactivity Server</a:t>
            </a:r>
          </a:p>
          <a:p>
            <a:pPr lvl="1"/>
            <a:r>
              <a:rPr lang="en-US" sz="1800" dirty="0"/>
              <a:t>dotnet new </a:t>
            </a:r>
            <a:r>
              <a:rPr lang="en-US" sz="1800" dirty="0" err="1"/>
              <a:t>mudblazor</a:t>
            </a:r>
            <a:r>
              <a:rPr lang="en-US" sz="1800" dirty="0"/>
              <a:t> --name </a:t>
            </a:r>
            <a:r>
              <a:rPr lang="en-US" sz="1800" dirty="0" err="1"/>
              <a:t>MyApplication</a:t>
            </a:r>
            <a:r>
              <a:rPr lang="en-US" sz="1800" dirty="0"/>
              <a:t> --all-interactive --interactivity </a:t>
            </a:r>
            <a:r>
              <a:rPr lang="en-US" sz="1800" dirty="0" err="1"/>
              <a:t>WebAssembly</a:t>
            </a:r>
            <a:endParaRPr lang="en-US" sz="1800" dirty="0"/>
          </a:p>
          <a:p>
            <a:r>
              <a:rPr lang="en-US" sz="2400" dirty="0"/>
              <a:t>Manual</a:t>
            </a:r>
          </a:p>
        </p:txBody>
      </p:sp>
    </p:spTree>
    <p:extLst>
      <p:ext uri="{BB962C8B-B14F-4D97-AF65-F5344CB8AC3E}">
        <p14:creationId xmlns:p14="http://schemas.microsoft.com/office/powerpoint/2010/main" val="846474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D14D-F475-5378-E5BF-8ECB2F21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Themes, styling,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D2FB6-DE8A-B5CA-F347-FE3967B6A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Customizability</a:t>
            </a:r>
          </a:p>
          <a:p>
            <a:r>
              <a:rPr lang="en-US" dirty="0"/>
              <a:t>Dark/light themes</a:t>
            </a:r>
          </a:p>
          <a:p>
            <a:r>
              <a:rPr lang="en-US" dirty="0"/>
              <a:t>Out-of-the-box CSS classes</a:t>
            </a:r>
          </a:p>
          <a:p>
            <a:pPr lvl="1"/>
            <a:r>
              <a:rPr lang="en-US" dirty="0"/>
              <a:t>Margin</a:t>
            </a:r>
          </a:p>
          <a:p>
            <a:pPr lvl="1"/>
            <a:r>
              <a:rPr lang="en-US" dirty="0"/>
              <a:t>Padding</a:t>
            </a:r>
          </a:p>
          <a:p>
            <a:pPr lvl="1"/>
            <a:r>
              <a:rPr lang="en-US" dirty="0"/>
              <a:t>Flexbox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3960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BDFC-443E-5824-2673-8C6C993B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components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6A4E-27E0-4E5F-88C3-19606435E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  <a:p>
            <a:pPr lvl="1"/>
            <a:r>
              <a:rPr lang="en-US" dirty="0"/>
              <a:t>Grid</a:t>
            </a:r>
          </a:p>
          <a:p>
            <a:pPr lvl="1"/>
            <a:r>
              <a:rPr lang="en-US" dirty="0" err="1"/>
              <a:t>Snackbar</a:t>
            </a:r>
            <a:endParaRPr lang="en-US" dirty="0"/>
          </a:p>
          <a:p>
            <a:pPr lvl="1"/>
            <a:r>
              <a:rPr lang="en-US" dirty="0" err="1"/>
              <a:t>MessageBox</a:t>
            </a:r>
            <a:endParaRPr lang="en-US" dirty="0"/>
          </a:p>
          <a:p>
            <a:pPr lvl="1"/>
            <a:r>
              <a:rPr lang="en-US" dirty="0"/>
              <a:t>Table</a:t>
            </a:r>
          </a:p>
          <a:p>
            <a:pPr lvl="1"/>
            <a:r>
              <a:rPr lang="en-US" dirty="0"/>
              <a:t>…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6242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4D155-36FA-832D-2578-99825644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MudBlazor</a:t>
            </a:r>
            <a:r>
              <a:rPr lang="en-US" dirty="0"/>
              <a:t> in practice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EDE41-725C-78A9-0F35-CD883CE4E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0" y="1825625"/>
            <a:ext cx="9575800" cy="2136775"/>
          </a:xfrm>
        </p:spPr>
        <p:txBody>
          <a:bodyPr/>
          <a:lstStyle/>
          <a:p>
            <a:r>
              <a:rPr lang="en-US" dirty="0"/>
              <a:t>QR code tool</a:t>
            </a:r>
          </a:p>
          <a:p>
            <a:r>
              <a:rPr lang="en-US" dirty="0"/>
              <a:t>Cross sell tool</a:t>
            </a:r>
          </a:p>
          <a:p>
            <a:r>
              <a:rPr lang="en-US" dirty="0"/>
              <a:t>Promotion tool</a:t>
            </a:r>
          </a:p>
          <a:p>
            <a:r>
              <a:rPr lang="en-US" dirty="0"/>
              <a:t>3D Boxspring configuration tool configuration tool</a:t>
            </a:r>
          </a:p>
        </p:txBody>
      </p:sp>
    </p:spTree>
    <p:extLst>
      <p:ext uri="{BB962C8B-B14F-4D97-AF65-F5344CB8AC3E}">
        <p14:creationId xmlns:p14="http://schemas.microsoft.com/office/powerpoint/2010/main" val="1333264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424242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248</Words>
  <Application>Microsoft Office PowerPoint</Application>
  <PresentationFormat>Widescreen</PresentationFormat>
  <Paragraphs>65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The Blazor Component Library You I’ve always wanted</vt:lpstr>
      <vt:lpstr>About me</vt:lpstr>
      <vt:lpstr>Contents</vt:lpstr>
      <vt:lpstr>Quick overview</vt:lpstr>
      <vt:lpstr>Setup</vt:lpstr>
      <vt:lpstr>Themes, styling, CSS</vt:lpstr>
      <vt:lpstr>Notable components</vt:lpstr>
      <vt:lpstr>MudBlazor in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Sackers</dc:creator>
  <cp:lastModifiedBy>Rene Sackers</cp:lastModifiedBy>
  <cp:revision>40</cp:revision>
  <dcterms:created xsi:type="dcterms:W3CDTF">2025-11-05T14:50:23Z</dcterms:created>
  <dcterms:modified xsi:type="dcterms:W3CDTF">2025-12-14T19:14:09Z</dcterms:modified>
</cp:coreProperties>
</file>