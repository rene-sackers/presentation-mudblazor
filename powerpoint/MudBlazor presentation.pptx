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7" r:id="rId3"/>
    <p:sldId id="263" r:id="rId4"/>
    <p:sldId id="259" r:id="rId5"/>
    <p:sldId id="261" r:id="rId6"/>
    <p:sldId id="260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82715" autoAdjust="0"/>
  </p:normalViewPr>
  <p:slideViewPr>
    <p:cSldViewPr snapToGrid="0">
      <p:cViewPr varScale="1">
        <p:scale>
          <a:sx n="107" d="100"/>
          <a:sy n="107" d="100"/>
        </p:scale>
        <p:origin x="168" y="2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of hands:</a:t>
            </a:r>
          </a:p>
          <a:p>
            <a:r>
              <a:rPr lang="en-GB" dirty="0"/>
              <a:t>Who HASN’T worked with Blazor</a:t>
            </a:r>
          </a:p>
          <a:p>
            <a:r>
              <a:rPr lang="en-GB" dirty="0"/>
              <a:t>Who works a lot on </a:t>
            </a:r>
            <a:r>
              <a:rPr lang="en-GB"/>
              <a:t>dashboard-like sites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35219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1D61-85FC-841E-838D-A0E8147EE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8160C-A515-8E71-A2EB-132754378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17C3D-DBDD-CB24-5F76-B60485847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of hands:</a:t>
            </a:r>
          </a:p>
          <a:p>
            <a:r>
              <a:rPr lang="en-GB" dirty="0"/>
              <a:t>Who HASN’T worked with Blazor</a:t>
            </a:r>
          </a:p>
          <a:p>
            <a:r>
              <a:rPr lang="en-GB" dirty="0"/>
              <a:t>Who works a lot on </a:t>
            </a:r>
            <a:r>
              <a:rPr lang="en-GB"/>
              <a:t>dashboard-like sites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CA0C6-43D1-4EEC-C69F-DEA5E57A56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6642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Beter Bed -&gt; long enough -&gt; don’t tell boss</a:t>
            </a:r>
          </a:p>
          <a:p>
            <a:r>
              <a:rPr lang="en-US" dirty="0"/>
              <a:t>Sleeping on job -&gt; don’t tell boss</a:t>
            </a:r>
          </a:p>
          <a:p>
            <a:r>
              <a:rPr lang="en-US" dirty="0"/>
              <a:t>Speaking of boss, he’s here tonight, so disregard the previous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39930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QR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QR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Cross sell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Promotion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Backend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3901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2798999" y="3239497"/>
            <a:ext cx="19059081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44E969-9DCC-1D55-74C8-D80891424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8EF7B-046C-3DE7-3560-9AA029F18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CF3C2-4417-3A81-0500-82BA7AF8CB04}"/>
              </a:ext>
            </a:extLst>
          </p:cNvPr>
          <p:cNvSpPr/>
          <p:nvPr/>
        </p:nvSpPr>
        <p:spPr>
          <a:xfrm rot="20528391">
            <a:off x="-2798999" y="3239497"/>
            <a:ext cx="19059081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862E50D-926E-A86B-7046-373184EE3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1818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2000"/>
    </mc:Choice>
    <mc:Fallback>
      <p:transition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48148E-6 L -0.55208 0.0025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04" y="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“developer” since 2006</a:t>
            </a:r>
          </a:p>
          <a:p>
            <a:r>
              <a:rPr lang="en-US" dirty="0"/>
              <a:t>At Beter Bed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at: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  <a:p>
            <a:pPr lvl="1"/>
            <a:r>
              <a:rPr lang="en-US" dirty="0"/>
              <a:t>.NET Zuid meetings!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99C971-391E-EEE9-C06A-C4D1B1B8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6657" y="4928461"/>
            <a:ext cx="1324405" cy="1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 err="1"/>
              <a:t>MessageBox</a:t>
            </a:r>
            <a:endParaRPr lang="en-US" dirty="0"/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155-36FA-832D-2578-99825644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MudBlazor</a:t>
            </a:r>
            <a:r>
              <a:rPr lang="en-US" dirty="0"/>
              <a:t> in practice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EDE41-725C-78A9-0F35-CD883CE4E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2136775"/>
          </a:xfrm>
        </p:spPr>
        <p:txBody>
          <a:bodyPr/>
          <a:lstStyle/>
          <a:p>
            <a:r>
              <a:rPr lang="en-US" dirty="0"/>
              <a:t>QR code tool</a:t>
            </a:r>
          </a:p>
          <a:p>
            <a:r>
              <a:rPr lang="en-US" dirty="0"/>
              <a:t>Cross sell tool</a:t>
            </a:r>
          </a:p>
          <a:p>
            <a:r>
              <a:rPr lang="en-US" dirty="0"/>
              <a:t>Promotion tool</a:t>
            </a:r>
          </a:p>
          <a:p>
            <a:r>
              <a:rPr lang="en-US" dirty="0"/>
              <a:t>3D Boxspring configuration tool configuration tool</a:t>
            </a:r>
          </a:p>
        </p:txBody>
      </p:sp>
    </p:spTree>
    <p:extLst>
      <p:ext uri="{BB962C8B-B14F-4D97-AF65-F5344CB8AC3E}">
        <p14:creationId xmlns:p14="http://schemas.microsoft.com/office/powerpoint/2010/main" val="1333264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FF85C-C1BB-4F22-64C7-AECF27D53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you!</a:t>
            </a:r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03E127-5CA6-F769-8A64-848428540306}"/>
              </a:ext>
            </a:extLst>
          </p:cNvPr>
          <p:cNvSpPr txBox="1"/>
          <p:nvPr/>
        </p:nvSpPr>
        <p:spPr>
          <a:xfrm>
            <a:off x="3010511" y="5459010"/>
            <a:ext cx="6170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https://github.com/Rene-Sackers/presentation-mudblazor</a:t>
            </a:r>
            <a:endParaRPr lang="LID4096" dirty="0"/>
          </a:p>
        </p:txBody>
      </p:sp>
      <p:pic>
        <p:nvPicPr>
          <p:cNvPr id="12" name="Picture 11" descr="A qr code with a logo&#10;&#10;AI-generated content may be incorrect.">
            <a:extLst>
              <a:ext uri="{FF2B5EF4-FFF2-40B4-BE49-F238E27FC236}">
                <a16:creationId xmlns:a16="http://schemas.microsoft.com/office/drawing/2014/main" id="{CF1D17FF-A84C-FDD0-EEF0-AE1B7E2FE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576" y="1285576"/>
            <a:ext cx="4286848" cy="428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4083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287</Words>
  <Application>Microsoft Office PowerPoint</Application>
  <PresentationFormat>Widescreen</PresentationFormat>
  <Paragraphs>72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The Blazor Component Library You I’ve always wanted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  <vt:lpstr>MudBlazor in practice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46</cp:revision>
  <dcterms:created xsi:type="dcterms:W3CDTF">2025-11-05T14:50:23Z</dcterms:created>
  <dcterms:modified xsi:type="dcterms:W3CDTF">2025-12-14T19:27:23Z</dcterms:modified>
</cp:coreProperties>
</file>