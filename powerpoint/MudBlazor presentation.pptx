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9" r:id="rId4"/>
    <p:sldId id="261" r:id="rId5"/>
    <p:sldId id="260" r:id="rId6"/>
    <p:sldId id="262" r:id="rId7"/>
    <p:sldId id="264" r:id="rId8"/>
    <p:sldId id="265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82715" autoAdjust="0"/>
  </p:normalViewPr>
  <p:slideViewPr>
    <p:cSldViewPr snapToGrid="0">
      <p:cViewPr>
        <p:scale>
          <a:sx n="66" d="100"/>
          <a:sy n="66" d="100"/>
        </p:scale>
        <p:origin x="1548" y="112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QR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QR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Cross sell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Promotion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Backend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3901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14-12-2025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2798999" y="3239497"/>
            <a:ext cx="19059081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48148E-6 L -0.55208 0.0025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04" y="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8" presetClass="emp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-4320000">
                                      <p:cBhvr>
                                        <p:cTn id="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“developing” since 2006</a:t>
            </a:r>
          </a:p>
          <a:p>
            <a:r>
              <a:rPr lang="en-US" dirty="0"/>
              <a:t>At Beter Bed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at: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  <a:p>
            <a:pPr lvl="1"/>
            <a:r>
              <a:rPr lang="en-US" dirty="0"/>
              <a:t>.NET Zuid meetings!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99C971-391E-EEE9-C06A-C4D1B1B8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6657" y="4928461"/>
            <a:ext cx="1324405" cy="1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 err="1"/>
              <a:t>MessageBox</a:t>
            </a:r>
            <a:endParaRPr lang="en-US" dirty="0"/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155-36FA-832D-2578-99825644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MudBlazor</a:t>
            </a:r>
            <a:r>
              <a:rPr lang="en-US" dirty="0"/>
              <a:t> in practice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EDE41-725C-78A9-0F35-CD883CE4E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2136775"/>
          </a:xfrm>
        </p:spPr>
        <p:txBody>
          <a:bodyPr/>
          <a:lstStyle/>
          <a:p>
            <a:r>
              <a:rPr lang="en-US" dirty="0"/>
              <a:t>QR code tool</a:t>
            </a:r>
          </a:p>
          <a:p>
            <a:r>
              <a:rPr lang="en-US" dirty="0"/>
              <a:t>Cross sell tool</a:t>
            </a:r>
          </a:p>
          <a:p>
            <a:r>
              <a:rPr lang="en-US" dirty="0"/>
              <a:t>Promotion tool</a:t>
            </a:r>
          </a:p>
          <a:p>
            <a:r>
              <a:rPr lang="en-US" dirty="0"/>
              <a:t>3D Boxspring configuration tool configuration tool</a:t>
            </a:r>
          </a:p>
        </p:txBody>
      </p:sp>
    </p:spTree>
    <p:extLst>
      <p:ext uri="{BB962C8B-B14F-4D97-AF65-F5344CB8AC3E}">
        <p14:creationId xmlns:p14="http://schemas.microsoft.com/office/powerpoint/2010/main" val="1333264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202</Words>
  <Application>Microsoft Office PowerPoint</Application>
  <PresentationFormat>Widescreen</PresentationFormat>
  <Paragraphs>57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  <vt:lpstr>MudBlazor in 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38</cp:revision>
  <dcterms:created xsi:type="dcterms:W3CDTF">2025-11-05T14:50:23Z</dcterms:created>
  <dcterms:modified xsi:type="dcterms:W3CDTF">2025-12-14T16:24:20Z</dcterms:modified>
</cp:coreProperties>
</file>