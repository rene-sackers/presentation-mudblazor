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82715" autoAdjust="0"/>
  </p:normalViewPr>
  <p:slideViewPr>
    <p:cSldViewPr snapToGrid="0">
      <p:cViewPr varScale="1">
        <p:scale>
          <a:sx n="107" d="100"/>
          <a:sy n="107" d="100"/>
        </p:scale>
        <p:origin x="728" y="2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of hands:</a:t>
            </a:r>
          </a:p>
          <a:p>
            <a:r>
              <a:rPr lang="en-GB" dirty="0"/>
              <a:t>Who HASN’T worked with Blazor</a:t>
            </a:r>
          </a:p>
          <a:p>
            <a:r>
              <a:rPr lang="en-GB" dirty="0"/>
              <a:t>Who works a lot on </a:t>
            </a:r>
            <a:r>
              <a:rPr lang="en-GB"/>
              <a:t>dashboard-like sites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521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Beter Bed -&gt; long enough -&gt; don’t tell boss</a:t>
            </a:r>
          </a:p>
          <a:p>
            <a:r>
              <a:rPr lang="en-US" dirty="0"/>
              <a:t>Sleeping on job -&gt; don’t tell boss</a:t>
            </a:r>
          </a:p>
          <a:p>
            <a:r>
              <a:rPr lang="en-US" dirty="0"/>
              <a:t>Speaking of boss, he’s here tonight, so disregard the previous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993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48148E-6 L -0.55208 0.002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4" y="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“developer”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F85C-C1BB-4F22-64C7-AECF27D53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you!</a:t>
            </a:r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3E127-5CA6-F769-8A64-848428540306}"/>
              </a:ext>
            </a:extLst>
          </p:cNvPr>
          <p:cNvSpPr txBox="1"/>
          <p:nvPr/>
        </p:nvSpPr>
        <p:spPr>
          <a:xfrm>
            <a:off x="3010511" y="5459010"/>
            <a:ext cx="6170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https://github.com/Rene-Sackers/presentation-mudblazor</a:t>
            </a:r>
            <a:endParaRPr lang="LID4096" dirty="0"/>
          </a:p>
        </p:txBody>
      </p:sp>
      <p:pic>
        <p:nvPicPr>
          <p:cNvPr id="12" name="Picture 11" descr="A qr code with a logo&#10;&#10;AI-generated content may be incorrect.">
            <a:extLst>
              <a:ext uri="{FF2B5EF4-FFF2-40B4-BE49-F238E27FC236}">
                <a16:creationId xmlns:a16="http://schemas.microsoft.com/office/drawing/2014/main" id="{CF1D17FF-A84C-FDD0-EEF0-AE1B7E2FE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576" y="1285576"/>
            <a:ext cx="4286848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4083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260</Words>
  <Application>Microsoft Office PowerPoint</Application>
  <PresentationFormat>Widescreen</PresentationFormat>
  <Paragraphs>67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44</cp:revision>
  <dcterms:created xsi:type="dcterms:W3CDTF">2025-11-05T14:50:23Z</dcterms:created>
  <dcterms:modified xsi:type="dcterms:W3CDTF">2025-12-14T19:22:00Z</dcterms:modified>
</cp:coreProperties>
</file>