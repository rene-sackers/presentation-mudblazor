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0"/>
  </p:notesMasterIdLst>
  <p:sldIdLst>
    <p:sldId id="256" r:id="rId2"/>
    <p:sldId id="263" r:id="rId3"/>
    <p:sldId id="259" r:id="rId4"/>
    <p:sldId id="261" r:id="rId5"/>
    <p:sldId id="260" r:id="rId6"/>
    <p:sldId id="262" r:id="rId7"/>
    <p:sldId id="264" r:id="rId8"/>
    <p:sldId id="265" r:id="rId9"/>
  </p:sldIdLst>
  <p:sldSz cx="12192000" cy="6858000"/>
  <p:notesSz cx="6858000" cy="9144000"/>
  <p:defaultTextStyle>
    <a:defPPr>
      <a:defRPr lang="nl-N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3649E"/>
    <a:srgbClr val="D9BDE9"/>
    <a:srgbClr val="5F50E5"/>
    <a:srgbClr val="424242"/>
    <a:srgbClr val="E9EEF2"/>
    <a:srgbClr val="EDDD53"/>
    <a:srgbClr val="9857C7"/>
    <a:srgbClr val="2E2A9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026" autoAdjust="0"/>
    <p:restoredTop sz="82715" autoAdjust="0"/>
  </p:normalViewPr>
  <p:slideViewPr>
    <p:cSldViewPr snapToGrid="0">
      <p:cViewPr>
        <p:scale>
          <a:sx n="66" d="100"/>
          <a:sy n="66" d="100"/>
        </p:scale>
        <p:origin x="2844" y="1524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nl-NL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E4F2622-5461-4E3A-A9A9-E7D39FD1DE35}" type="datetimeFigureOut">
              <a:rPr lang="nl-NL" smtClean="0"/>
              <a:t>14-11-2025</a:t>
            </a:fld>
            <a:endParaRPr lang="nl-NL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nl-NL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nl-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nl-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FB57125-8481-4D40-9A99-DC04EDF299F9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79788595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MUD Blazor = Material User Design… Blazor</a:t>
            </a:r>
            <a:endParaRPr lang="nl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FB57125-8481-4D40-9A99-DC04EDF299F9}" type="slidenum">
              <a:rPr lang="nl-NL" smtClean="0"/>
              <a:t>4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51668990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Sidenote: all interactive REQUIRED due to main layout components</a:t>
            </a:r>
          </a:p>
          <a:p>
            <a:r>
              <a:rPr lang="en-US" dirty="0"/>
              <a:t>Manual: https://mudblazor.com/getting-started/installation#manual-install-add-components</a:t>
            </a:r>
            <a:endParaRPr lang="nl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FB57125-8481-4D40-9A99-DC04EDF299F9}" type="slidenum">
              <a:rPr lang="nl-NL" smtClean="0"/>
              <a:t>5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69759019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QR tool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dirty="0"/>
              <a:t>Azurite -&gt; QR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dirty="0"/>
              <a:t>Docker -&gt; MSSQL</a:t>
            </a:r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n-US" dirty="0"/>
              <a:t>Cross sell tool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dirty="0"/>
              <a:t>Docker -&gt; MSSQL</a:t>
            </a:r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n-US" dirty="0"/>
              <a:t>Promotion tool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dirty="0"/>
              <a:t>Azurite -&gt; Backend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FB57125-8481-4D40-9A99-DC04EDF299F9}" type="slidenum">
              <a:rPr lang="nl-NL" smtClean="0"/>
              <a:t>8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92390126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F4EB3E-20EC-8F83-E02A-86539EB53C7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nl-NL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D4770E6-E1F9-0F42-5BA4-94B509C9F5A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nl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B109C83-8629-8B53-B887-D162C35AE2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70539C-1798-4111-8018-D381E61B49CE}" type="datetimeFigureOut">
              <a:rPr lang="nl-NL" smtClean="0"/>
              <a:t>14-11-2025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2AA2BE8-5512-C8B8-D186-784806435B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EC1C668-852D-E7A3-A8CB-28902688FE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5B4E40-EEB2-4DFF-AD2C-D4762D727A70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912715026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634367-2F0B-A007-880D-966DDCCFFF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78000" y="365125"/>
            <a:ext cx="95758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nl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50EE4F-8092-BFCC-B2A9-55FF0AF599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78000" y="1825625"/>
            <a:ext cx="9575800" cy="4351338"/>
          </a:xfrm>
        </p:spPr>
        <p:txBody>
          <a:bodyPr/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nl-NL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F80C4A1-6842-DCAF-1C71-BE595E2609A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778000" y="6356348"/>
            <a:ext cx="2311400" cy="365125"/>
          </a:xfrm>
        </p:spPr>
        <p:txBody>
          <a:bodyPr/>
          <a:lstStyle/>
          <a:p>
            <a:fld id="{D070539C-1798-4111-8018-D381E61B49CE}" type="datetimeFigureOut">
              <a:rPr lang="nl-NL" smtClean="0"/>
              <a:t>14-11-2025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32AA742-0817-3A13-7B40-2AB2C31375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495799" y="6356349"/>
            <a:ext cx="4140201" cy="365125"/>
          </a:xfrm>
        </p:spPr>
        <p:txBody>
          <a:bodyPr/>
          <a:lstStyle/>
          <a:p>
            <a:endParaRPr lang="nl-NL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647F340-5542-B1D7-6307-40DF4AAC66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5B4E40-EEB2-4DFF-AD2C-D4762D727A70}" type="slidenum">
              <a:rPr lang="nl-NL" smtClean="0"/>
              <a:t>‹#›</a:t>
            </a:fld>
            <a:endParaRPr lang="nl-NL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07B2F68-35AF-F6D5-8007-D6AC03C4F2CD}"/>
              </a:ext>
            </a:extLst>
          </p:cNvPr>
          <p:cNvSpPr/>
          <p:nvPr userDrawn="1"/>
        </p:nvSpPr>
        <p:spPr>
          <a:xfrm rot="16200000">
            <a:off x="-2895597" y="2895599"/>
            <a:ext cx="6858002" cy="1066800"/>
          </a:xfrm>
          <a:prstGeom prst="rect">
            <a:avLst/>
          </a:prstGeom>
          <a:solidFill>
            <a:srgbClr val="5F50E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673950111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3AC8D4-69C2-BAA7-274D-3DD1B85F07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nl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7E50515-D330-E734-A60F-4B5ABFEF184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0DEBFD-BA93-2DDC-ADF8-540598773F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70539C-1798-4111-8018-D381E61B49CE}" type="datetimeFigureOut">
              <a:rPr lang="nl-NL" smtClean="0"/>
              <a:t>14-11-2025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A52EB43-BF37-B370-0DF8-9AA51CE446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8651988-AF1E-FE63-0770-47F249D758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5B4E40-EEB2-4DFF-AD2C-D4762D727A70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626275557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14F0D8-E86E-F81F-44F5-D904BAD465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GB"/>
              <a:t>Click to edit Master title style</a:t>
            </a:r>
            <a:endParaRPr lang="nl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EA9DAD-5587-7C54-4622-8CD0C564EFB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nl-NL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C97FEBC-0AE3-DD89-2239-8FB2993950A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nl-NL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F3D3A08-2A4B-1243-67CC-89D8B83A07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70539C-1798-4111-8018-D381E61B49CE}" type="datetimeFigureOut">
              <a:rPr lang="nl-NL" smtClean="0"/>
              <a:t>14-11-2025</a:t>
            </a:fld>
            <a:endParaRPr lang="nl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F04554A-6562-5BA5-4C07-3AC4207F4E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423DACD-C0F5-8934-7682-6EB91E72F7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5B4E40-EEB2-4DFF-AD2C-D4762D727A70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904154150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839CD8-6E66-92D9-844F-5BEBB40CD5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GB"/>
              <a:t>Click to edit Master title style</a:t>
            </a:r>
            <a:endParaRPr lang="nl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0F07DF3-B29D-0C6C-C476-50384B1DA39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8B8CACE-50C6-426F-9A2A-66689E4AC71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nl-NL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0176C16-A466-1BB5-8867-FB34FA63A9F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0C91E5B-A565-EE1E-8878-FD3916E3E25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nl-NL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BD77285-8C68-9D9D-51E3-6B7898ED14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70539C-1798-4111-8018-D381E61B49CE}" type="datetimeFigureOut">
              <a:rPr lang="nl-NL" smtClean="0"/>
              <a:t>14-11-2025</a:t>
            </a:fld>
            <a:endParaRPr lang="nl-NL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FE68F51-A2AF-5D2E-0035-8A976180CF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5011CF1-39F9-8A92-E91C-1D8A160713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5B4E40-EEB2-4DFF-AD2C-D4762D727A70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93165123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2A92B0-0673-5341-21CA-4AC6EB4390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GB"/>
              <a:t>Click to edit Master title style</a:t>
            </a:r>
            <a:endParaRPr lang="nl-NL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0A63D51-3BA6-DEDD-016A-DC6A533E9A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70539C-1798-4111-8018-D381E61B49CE}" type="datetimeFigureOut">
              <a:rPr lang="nl-NL" smtClean="0"/>
              <a:t>14-11-2025</a:t>
            </a:fld>
            <a:endParaRPr lang="nl-NL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63EAF42-7637-947E-6738-4222E95874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5E55F2B-9742-00A2-F482-9D7004EC7F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5B4E40-EEB2-4DFF-AD2C-D4762D727A70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773144792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B9BB2F9-0E9C-2C7E-4CAF-C7EEA24E0C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70539C-1798-4111-8018-D381E61B49CE}" type="datetimeFigureOut">
              <a:rPr lang="nl-NL" smtClean="0"/>
              <a:t>14-11-2025</a:t>
            </a:fld>
            <a:endParaRPr lang="nl-NL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4739673-668B-8B48-A03B-D006CA166E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32F2FE9-7BF2-A835-253F-9AF9977739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5B4E40-EEB2-4DFF-AD2C-D4762D727A70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19206433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008B10-8259-4ECB-7574-8A5D057EF8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nl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E37588-58EA-C266-B330-69FA70D395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nl-N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316188F-4D18-9A91-000E-32B8288E87F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B61BE3-F008-9739-4FCE-A3C8BDCDA2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70539C-1798-4111-8018-D381E61B49CE}" type="datetimeFigureOut">
              <a:rPr lang="nl-NL" smtClean="0"/>
              <a:t>14-11-2025</a:t>
            </a:fld>
            <a:endParaRPr lang="nl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D4DDD65-3D57-BBFA-0BA7-0B3ABBA0B4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EAB72EE-3D0F-992D-4726-342003EE73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5B4E40-EEB2-4DFF-AD2C-D4762D727A70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832098167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121528-1D44-8EDA-D5CA-FBF24A0B70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nl-NL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8A93A84-AF4A-2AFE-B7B3-85265D9DE1E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nl-N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453A8A3-0EA7-06F2-F58B-64D9151516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CD46136-7AB5-26A3-4C7C-9E985346DE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70539C-1798-4111-8018-D381E61B49CE}" type="datetimeFigureOut">
              <a:rPr lang="nl-NL" smtClean="0"/>
              <a:t>14-11-2025</a:t>
            </a:fld>
            <a:endParaRPr lang="nl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50BFFF8-D554-292B-8658-5E29916347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3231D0B-359E-20CC-28CD-29933DB7A2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5B4E40-EEB2-4DFF-AD2C-D4762D727A70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864865323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EDA407-34DE-F625-4B3A-8F97A9EB3D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GB"/>
              <a:t>Click to edit Master title style</a:t>
            </a:r>
            <a:endParaRPr lang="nl-N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E4BAD94-7CF6-CD6D-A446-8B50A64934F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nl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A83C557-D394-D7F2-96E4-856C69DBB8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70539C-1798-4111-8018-D381E61B49CE}" type="datetimeFigureOut">
              <a:rPr lang="nl-NL" smtClean="0"/>
              <a:t>14-11-2025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CDCA299-1A44-0356-38C1-6DF2AC58CA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377D606-856B-EE44-ABFD-3C696D203E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5B4E40-EEB2-4DFF-AD2C-D4762D727A70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139566361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B4907C8-01B2-F72D-A17D-CCA18FB22F1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  <a:prstGeom prst="rect">
            <a:avLst/>
          </a:prstGeom>
        </p:spPr>
        <p:txBody>
          <a:bodyPr vert="eaVert"/>
          <a:lstStyle/>
          <a:p>
            <a:r>
              <a:rPr lang="en-GB"/>
              <a:t>Click to edit Master title style</a:t>
            </a:r>
            <a:endParaRPr lang="nl-N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1B68C4A-A109-84C8-9B9D-0CA58CFAE49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nl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6AEB438-20E8-655E-6E97-C4944024DB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70539C-1798-4111-8018-D381E61B49CE}" type="datetimeFigureOut">
              <a:rPr lang="nl-NL" smtClean="0"/>
              <a:t>14-11-2025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E4C3A90-F3BE-1510-FBCF-57B41628E4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94D123-E84C-CA3C-A477-9F51158282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5B4E40-EEB2-4DFF-AD2C-D4762D727A70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64680074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54A7C74-9217-7A6E-EDBE-94174ADB79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70000" y="365125"/>
            <a:ext cx="100838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 dirty="0"/>
              <a:t>Click to edit Master title style</a:t>
            </a:r>
            <a:endParaRPr lang="nl-NL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86F7C52-28BF-4624-DE63-CD63F1D908B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270000" y="1825625"/>
            <a:ext cx="100838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nl-NL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57C2AD0-FA89-B079-9635-A8E306C3ECC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270000" y="6356349"/>
            <a:ext cx="2311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070539C-1798-4111-8018-D381E61B49CE}" type="datetimeFigureOut">
              <a:rPr lang="nl-NL" smtClean="0"/>
              <a:t>14-11-2025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84A8FCA-119A-098C-7426-37994066DA7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25899" y="6356349"/>
            <a:ext cx="457200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27E254-EE99-2B53-66E6-6DE1BF2D5BB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042400" y="6356350"/>
            <a:ext cx="2311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35B4E40-EEB2-4DFF-AD2C-D4762D727A70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8135674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66BB4B-2B08-8B82-9638-195818F551E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68976" y="650174"/>
            <a:ext cx="8011886" cy="2211779"/>
          </a:xfrm>
        </p:spPr>
        <p:txBody>
          <a:bodyPr>
            <a:normAutofit fontScale="90000"/>
          </a:bodyPr>
          <a:lstStyle/>
          <a:p>
            <a:pPr algn="l"/>
            <a:r>
              <a:rPr lang="en-US" b="1" dirty="0">
                <a:solidFill>
                  <a:srgbClr val="424242"/>
                </a:solidFill>
              </a:rPr>
              <a:t>The Blazor</a:t>
            </a:r>
            <a:br>
              <a:rPr lang="en-US" b="1" dirty="0">
                <a:solidFill>
                  <a:srgbClr val="424242"/>
                </a:solidFill>
              </a:rPr>
            </a:br>
            <a:r>
              <a:rPr lang="en-US" b="1" dirty="0">
                <a:gradFill>
                  <a:gsLst>
                    <a:gs pos="0">
                      <a:srgbClr val="5F50E5"/>
                    </a:gs>
                    <a:gs pos="100000">
                      <a:srgbClr val="F3649E"/>
                    </a:gs>
                  </a:gsLst>
                  <a:lin ang="0" scaled="0"/>
                </a:gradFill>
              </a:rPr>
              <a:t>Component</a:t>
            </a:r>
            <a:r>
              <a:rPr lang="en-US" b="1" dirty="0">
                <a:solidFill>
                  <a:srgbClr val="424242"/>
                </a:solidFill>
              </a:rPr>
              <a:t> Library</a:t>
            </a:r>
            <a:br>
              <a:rPr lang="en-US" dirty="0">
                <a:solidFill>
                  <a:srgbClr val="424242"/>
                </a:solidFill>
              </a:rPr>
            </a:br>
            <a:r>
              <a:rPr lang="en-US" b="1" strike="sngStrike" dirty="0">
                <a:solidFill>
                  <a:srgbClr val="424242"/>
                </a:solidFill>
              </a:rPr>
              <a:t>You</a:t>
            </a:r>
            <a:r>
              <a:rPr lang="en-US" b="1" dirty="0">
                <a:solidFill>
                  <a:srgbClr val="424242"/>
                </a:solidFill>
              </a:rPr>
              <a:t> I’ve always wanted</a:t>
            </a:r>
            <a:endParaRPr lang="nl-NL" dirty="0">
              <a:solidFill>
                <a:srgbClr val="424242"/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7F98716-9FDC-5AD9-D959-BEF18E76ED34}"/>
              </a:ext>
            </a:extLst>
          </p:cNvPr>
          <p:cNvSpPr/>
          <p:nvPr/>
        </p:nvSpPr>
        <p:spPr>
          <a:xfrm rot="20528391">
            <a:off x="-706893" y="3411271"/>
            <a:ext cx="13808687" cy="2091279"/>
          </a:xfrm>
          <a:prstGeom prst="rect">
            <a:avLst/>
          </a:prstGeom>
          <a:solidFill>
            <a:srgbClr val="5F50E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7BDE6A62-7055-CC76-5207-0FCCE23DFF5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95949" y="1596572"/>
            <a:ext cx="4895732" cy="50525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4051983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A486B3-303B-482F-8781-81FB029FB5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About me</a:t>
            </a:r>
            <a:endParaRPr lang="nl-NL" dirty="0"/>
          </a:p>
        </p:txBody>
      </p:sp>
      <p:pic>
        <p:nvPicPr>
          <p:cNvPr id="5" name="Content Placeholder 4" descr="A person in a suit leaning against a tree&#10;&#10;AI-generated content may be incorrect.">
            <a:extLst>
              <a:ext uri="{FF2B5EF4-FFF2-40B4-BE49-F238E27FC236}">
                <a16:creationId xmlns:a16="http://schemas.microsoft.com/office/drawing/2014/main" id="{27478149-1F71-604C-F2E5-089C5513037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36938" y="605134"/>
            <a:ext cx="2754124" cy="2754124"/>
          </a:xfrm>
          <a:prstGeom prst="ellipse">
            <a:avLst/>
          </a:prstGeom>
          <a:ln>
            <a:noFill/>
          </a:ln>
          <a:effectLst>
            <a:outerShdw blurRad="381000" algn="ctr" rotWithShape="0">
              <a:prstClr val="black">
                <a:alpha val="40000"/>
              </a:prstClr>
            </a:outerShdw>
            <a:softEdge rad="0"/>
          </a:effectLst>
          <a:scene3d>
            <a:camera prst="orthographicFront"/>
            <a:lightRig rig="threePt" dir="t"/>
          </a:scene3d>
          <a:sp3d extrusionH="76200" contourW="63500">
            <a:contourClr>
              <a:schemeClr val="bg1"/>
            </a:contourClr>
          </a:sp3d>
        </p:spPr>
      </p:pic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027CBB7A-DB3C-9BBA-CCB8-99B30DD1DD1E}"/>
              </a:ext>
            </a:extLst>
          </p:cNvPr>
          <p:cNvSpPr txBox="1">
            <a:spLocks/>
          </p:cNvSpPr>
          <p:nvPr/>
        </p:nvSpPr>
        <p:spPr>
          <a:xfrm>
            <a:off x="1778000" y="1825625"/>
            <a:ext cx="7172271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René Sackers</a:t>
            </a:r>
          </a:p>
          <a:p>
            <a:r>
              <a:rPr lang="en-US" dirty="0"/>
              <a:t>.NET “developing” since 2006</a:t>
            </a:r>
          </a:p>
          <a:p>
            <a:r>
              <a:rPr lang="en-US" dirty="0"/>
              <a:t>At Beter Bed since 2019</a:t>
            </a:r>
          </a:p>
          <a:p>
            <a:r>
              <a:rPr lang="en-US" dirty="0"/>
              <a:t>Married 20</a:t>
            </a:r>
            <a:r>
              <a:rPr lang="en-US" baseline="30000" dirty="0"/>
              <a:t>th</a:t>
            </a:r>
            <a:r>
              <a:rPr lang="en-US" dirty="0"/>
              <a:t> June</a:t>
            </a:r>
          </a:p>
          <a:p>
            <a:r>
              <a:rPr lang="en-US" dirty="0"/>
              <a:t>Reach me at:</a:t>
            </a:r>
          </a:p>
          <a:p>
            <a:pPr lvl="1"/>
            <a:r>
              <a:rPr lang="en-US" dirty="0"/>
              <a:t>You can’t.</a:t>
            </a:r>
          </a:p>
          <a:p>
            <a:pPr lvl="1"/>
            <a:r>
              <a:rPr lang="en-US" dirty="0"/>
              <a:t>GitHub - @Rene-Sackers</a:t>
            </a:r>
          </a:p>
          <a:p>
            <a:pPr lvl="1"/>
            <a:r>
              <a:rPr lang="en-US" dirty="0"/>
              <a:t>LinkedIn</a:t>
            </a:r>
          </a:p>
          <a:p>
            <a:pPr lvl="1"/>
            <a:r>
              <a:rPr lang="en-US" dirty="0"/>
              <a:t>.NET Zuid meetings!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D899C971-391E-EEE9-C06A-C4D1B1B8065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66657" y="4928461"/>
            <a:ext cx="1324405" cy="13244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35625980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E7DACC-1920-B5A5-ED8F-070C38C5ED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Contents</a:t>
            </a:r>
            <a:endParaRPr lang="nl-N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F26B90-9F35-D6F1-99F8-F3655724A4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Quick overview</a:t>
            </a:r>
          </a:p>
          <a:p>
            <a:r>
              <a:rPr lang="en-US" dirty="0"/>
              <a:t>Setup</a:t>
            </a:r>
          </a:p>
          <a:p>
            <a:r>
              <a:rPr lang="en-US" dirty="0"/>
              <a:t>Themes, styling, CSS</a:t>
            </a:r>
          </a:p>
          <a:p>
            <a:r>
              <a:rPr lang="en-US" dirty="0"/>
              <a:t>Notable components</a:t>
            </a:r>
          </a:p>
          <a:p>
            <a:r>
              <a:rPr lang="en-US" dirty="0"/>
              <a:t>In practice</a:t>
            </a:r>
          </a:p>
          <a:p>
            <a:r>
              <a:rPr lang="en-US" dirty="0"/>
              <a:t>Extensions </a:t>
            </a:r>
            <a:r>
              <a:rPr lang="en-US" sz="1800" dirty="0"/>
              <a:t>(if time allows)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1044195409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00CC75-F00E-2A15-94A6-C934706D90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Quick overview</a:t>
            </a:r>
            <a:endParaRPr lang="nl-NL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714A3DF-98B1-A98D-7197-D9CE1363D07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21256541">
            <a:off x="1477962" y="1769220"/>
            <a:ext cx="4257675" cy="1152525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9F1ADA25-5B82-37F1-31B9-C7AD1C6F046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959768">
            <a:off x="5929010" y="1822308"/>
            <a:ext cx="6087859" cy="1046351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FDC41FE0-BFA6-63D2-7B27-29172613AE2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269129">
            <a:off x="4902200" y="3095625"/>
            <a:ext cx="6705600" cy="895350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CBDBDC65-F58E-FBC5-A692-FCD826FFA77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1253183">
            <a:off x="8964443" y="4905382"/>
            <a:ext cx="2790825" cy="466725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C0CA4888-5ACD-5F9E-B5FB-0EF4DF9A0A4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rot="243612">
            <a:off x="5852932" y="4319358"/>
            <a:ext cx="2542369" cy="2079625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B332854D-4E4F-560A-C012-5405C8641135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 rot="20892072">
            <a:off x="2009674" y="3248152"/>
            <a:ext cx="2509773" cy="30200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7754254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2F9307-94C3-356D-431A-8C19274A8E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Setup</a:t>
            </a:r>
            <a:endParaRPr lang="nl-N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279221-FE69-2109-793A-BB1B19557F1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78000" y="1825625"/>
            <a:ext cx="9853478" cy="4351338"/>
          </a:xfrm>
        </p:spPr>
        <p:txBody>
          <a:bodyPr/>
          <a:lstStyle/>
          <a:p>
            <a:r>
              <a:rPr lang="en-US" dirty="0"/>
              <a:t>dotnet new </a:t>
            </a:r>
            <a:r>
              <a:rPr lang="en-US" dirty="0" err="1"/>
              <a:t>mudblazor</a:t>
            </a:r>
            <a:endParaRPr lang="en-US" dirty="0"/>
          </a:p>
          <a:p>
            <a:pPr lvl="1"/>
            <a:r>
              <a:rPr lang="en-US" sz="1800" dirty="0"/>
              <a:t>dotnet new install </a:t>
            </a:r>
            <a:r>
              <a:rPr lang="en-US" sz="1800" dirty="0" err="1"/>
              <a:t>MudBlazor.Templates</a:t>
            </a:r>
            <a:endParaRPr lang="en-US" sz="1800" dirty="0"/>
          </a:p>
          <a:p>
            <a:pPr lvl="1"/>
            <a:r>
              <a:rPr lang="en-US" sz="1800" dirty="0"/>
              <a:t>dotnet new </a:t>
            </a:r>
            <a:r>
              <a:rPr lang="en-US" sz="1800" dirty="0" err="1"/>
              <a:t>mudblazor</a:t>
            </a:r>
            <a:r>
              <a:rPr lang="en-US" sz="1800" dirty="0"/>
              <a:t> --name </a:t>
            </a:r>
            <a:r>
              <a:rPr lang="en-US" sz="1800" dirty="0" err="1"/>
              <a:t>MyApplication</a:t>
            </a:r>
            <a:r>
              <a:rPr lang="en-US" sz="1800" dirty="0"/>
              <a:t> --all-interactive --interactivity Auto</a:t>
            </a:r>
          </a:p>
          <a:p>
            <a:pPr lvl="1"/>
            <a:r>
              <a:rPr lang="en-US" sz="1800" dirty="0"/>
              <a:t>dotnet new </a:t>
            </a:r>
            <a:r>
              <a:rPr lang="en-US" sz="1800" dirty="0" err="1"/>
              <a:t>mudblazor</a:t>
            </a:r>
            <a:r>
              <a:rPr lang="en-US" sz="1800" dirty="0"/>
              <a:t> --name </a:t>
            </a:r>
            <a:r>
              <a:rPr lang="en-US" sz="1800" dirty="0" err="1"/>
              <a:t>MyApplication</a:t>
            </a:r>
            <a:r>
              <a:rPr lang="en-US" sz="1800" dirty="0"/>
              <a:t> --all-interactive --interactivity Server</a:t>
            </a:r>
          </a:p>
          <a:p>
            <a:pPr lvl="1"/>
            <a:r>
              <a:rPr lang="en-US" sz="1800" dirty="0"/>
              <a:t>dotnet new </a:t>
            </a:r>
            <a:r>
              <a:rPr lang="en-US" sz="1800" dirty="0" err="1"/>
              <a:t>mudblazor</a:t>
            </a:r>
            <a:r>
              <a:rPr lang="en-US" sz="1800" dirty="0"/>
              <a:t> --name </a:t>
            </a:r>
            <a:r>
              <a:rPr lang="en-US" sz="1800" dirty="0" err="1"/>
              <a:t>MyApplication</a:t>
            </a:r>
            <a:r>
              <a:rPr lang="en-US" sz="1800" dirty="0"/>
              <a:t> --all-interactive --interactivity </a:t>
            </a:r>
            <a:r>
              <a:rPr lang="en-US" sz="1800" dirty="0" err="1"/>
              <a:t>WebAssembly</a:t>
            </a:r>
            <a:endParaRPr lang="en-US" sz="1800" dirty="0"/>
          </a:p>
          <a:p>
            <a:r>
              <a:rPr lang="en-US" sz="2400" dirty="0"/>
              <a:t>Manual</a:t>
            </a:r>
          </a:p>
        </p:txBody>
      </p:sp>
    </p:spTree>
    <p:extLst>
      <p:ext uri="{BB962C8B-B14F-4D97-AF65-F5344CB8AC3E}">
        <p14:creationId xmlns:p14="http://schemas.microsoft.com/office/powerpoint/2010/main" val="846474363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7AD14D-F475-5378-E5BF-8ECB2F21DA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Themes, styling, CSS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4DD2FB6-DE8A-B5CA-F347-FE3967B6AD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Customizability</a:t>
            </a:r>
          </a:p>
          <a:p>
            <a:r>
              <a:rPr lang="en-US" dirty="0"/>
              <a:t>Dark/light themes</a:t>
            </a:r>
          </a:p>
          <a:p>
            <a:r>
              <a:rPr lang="en-US" dirty="0"/>
              <a:t>Out-of-the-box CSS classes</a:t>
            </a:r>
          </a:p>
          <a:p>
            <a:pPr lvl="1"/>
            <a:r>
              <a:rPr lang="en-US" dirty="0"/>
              <a:t>Margin</a:t>
            </a:r>
          </a:p>
          <a:p>
            <a:pPr lvl="1"/>
            <a:r>
              <a:rPr lang="en-US" dirty="0"/>
              <a:t>Padding</a:t>
            </a:r>
          </a:p>
          <a:p>
            <a:pPr lvl="1"/>
            <a:r>
              <a:rPr lang="en-US" dirty="0"/>
              <a:t>Flexbox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693960852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1BBDFC-443E-5824-2673-8C6C993BAB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Notable components</a:t>
            </a:r>
            <a:endParaRPr lang="nl-N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DF6A4E-27E0-4E5F-88C3-19606435EAC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Components</a:t>
            </a:r>
          </a:p>
          <a:p>
            <a:pPr lvl="1"/>
            <a:r>
              <a:rPr lang="en-US" dirty="0"/>
              <a:t>Grid</a:t>
            </a:r>
          </a:p>
          <a:p>
            <a:pPr lvl="1"/>
            <a:r>
              <a:rPr lang="en-US" dirty="0" err="1"/>
              <a:t>Snackbar</a:t>
            </a:r>
            <a:endParaRPr lang="en-US" dirty="0"/>
          </a:p>
          <a:p>
            <a:pPr lvl="1"/>
            <a:r>
              <a:rPr lang="en-US" dirty="0" err="1"/>
              <a:t>MessageBox</a:t>
            </a:r>
            <a:endParaRPr lang="en-US" dirty="0"/>
          </a:p>
          <a:p>
            <a:pPr lvl="1"/>
            <a:r>
              <a:rPr lang="en-US" dirty="0"/>
              <a:t>Table</a:t>
            </a:r>
          </a:p>
          <a:p>
            <a:pPr lvl="1"/>
            <a:r>
              <a:rPr lang="en-US" dirty="0"/>
              <a:t>…</a:t>
            </a:r>
            <a:endParaRPr lang="nl-NL" dirty="0"/>
          </a:p>
          <a:p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696242622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34D155-36FA-832D-2578-9982564458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MudBlazor</a:t>
            </a:r>
            <a:r>
              <a:rPr lang="en-US" dirty="0"/>
              <a:t> in practice</a:t>
            </a:r>
            <a:endParaRPr lang="nl-N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0EDE41-725C-78A9-0F35-CD883CE4EF0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78000" y="1825625"/>
            <a:ext cx="9575800" cy="2136775"/>
          </a:xfrm>
        </p:spPr>
        <p:txBody>
          <a:bodyPr/>
          <a:lstStyle/>
          <a:p>
            <a:r>
              <a:rPr lang="en-US" dirty="0"/>
              <a:t>QR code tool</a:t>
            </a:r>
          </a:p>
          <a:p>
            <a:r>
              <a:rPr lang="en-US" dirty="0"/>
              <a:t>Cross sell tool</a:t>
            </a:r>
          </a:p>
          <a:p>
            <a:r>
              <a:rPr lang="en-US" dirty="0"/>
              <a:t>Promotion tool</a:t>
            </a:r>
          </a:p>
          <a:p>
            <a:r>
              <a:rPr lang="en-US" dirty="0"/>
              <a:t>3D Boxspring configuration tool configuration tool</a:t>
            </a:r>
          </a:p>
        </p:txBody>
      </p:sp>
    </p:spTree>
    <p:extLst>
      <p:ext uri="{BB962C8B-B14F-4D97-AF65-F5344CB8AC3E}">
        <p14:creationId xmlns:p14="http://schemas.microsoft.com/office/powerpoint/2010/main" val="1333264670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charRg st="44" end="9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3000"/>
                                        <p:tgtEl>
                                          <p:spTgt spid="3">
                                            <p:txEl>
                                              <p:charRg st="44" end="9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Custom 1">
      <a:dk1>
        <a:srgbClr val="424242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564</TotalTime>
  <Words>205</Words>
  <Application>Microsoft Office PowerPoint</Application>
  <PresentationFormat>Widescreen</PresentationFormat>
  <Paragraphs>58</Paragraphs>
  <Slides>8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Aptos</vt:lpstr>
      <vt:lpstr>Aptos Display</vt:lpstr>
      <vt:lpstr>Arial</vt:lpstr>
      <vt:lpstr>Office Theme</vt:lpstr>
      <vt:lpstr>The Blazor Component Library You I’ve always wanted</vt:lpstr>
      <vt:lpstr>About me</vt:lpstr>
      <vt:lpstr>Contents</vt:lpstr>
      <vt:lpstr>Quick overview</vt:lpstr>
      <vt:lpstr>Setup</vt:lpstr>
      <vt:lpstr>Themes, styling, CSS</vt:lpstr>
      <vt:lpstr>Notable components</vt:lpstr>
      <vt:lpstr>MudBlazor in practice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Rene Sackers</dc:creator>
  <cp:lastModifiedBy>Rene Sackers</cp:lastModifiedBy>
  <cp:revision>28</cp:revision>
  <dcterms:created xsi:type="dcterms:W3CDTF">2025-11-05T14:50:23Z</dcterms:created>
  <dcterms:modified xsi:type="dcterms:W3CDTF">2025-11-14T15:19:14Z</dcterms:modified>
</cp:coreProperties>
</file>