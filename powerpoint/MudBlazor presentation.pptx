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7" r:id="rId3"/>
    <p:sldId id="263" r:id="rId4"/>
    <p:sldId id="259" r:id="rId5"/>
    <p:sldId id="261" r:id="rId6"/>
    <p:sldId id="260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649E"/>
    <a:srgbClr val="D9BDE9"/>
    <a:srgbClr val="5F50E5"/>
    <a:srgbClr val="424242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82715" autoAdjust="0"/>
  </p:normalViewPr>
  <p:slideViewPr>
    <p:cSldViewPr snapToGrid="0">
      <p:cViewPr varScale="1">
        <p:scale>
          <a:sx n="120" d="100"/>
          <a:sy n="120" d="100"/>
        </p:scale>
        <p:origin x="96" y="82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Show of hands:</a:t>
            </a:r>
          </a:p>
          <a:p>
            <a:r>
              <a:rPr lang="en-GB" dirty="0"/>
              <a:t>Who HASN’T worked with Blazor</a:t>
            </a:r>
          </a:p>
          <a:p>
            <a:r>
              <a:rPr lang="en-GB" dirty="0"/>
              <a:t>Who works a lot on </a:t>
            </a:r>
            <a:r>
              <a:rPr lang="en-GB"/>
              <a:t>dashboard-like sites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35219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1D61-85FC-841E-838D-A0E8147EE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8160C-A515-8E71-A2EB-132754378F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17C3D-DBDD-CB24-5F76-B60485847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Show of hands:</a:t>
            </a:r>
          </a:p>
          <a:p>
            <a:r>
              <a:rPr lang="en-GB" dirty="0"/>
              <a:t>Who HASN’T worked with Blazor</a:t>
            </a:r>
          </a:p>
          <a:p>
            <a:r>
              <a:rPr lang="en-GB" dirty="0"/>
              <a:t>Who works a lot on </a:t>
            </a:r>
            <a:r>
              <a:rPr lang="en-GB"/>
              <a:t>dashboard-like sites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CA0C6-43D1-4EEC-C69F-DEA5E57A56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6642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Beter Bed -&gt; long enough -&gt; don’t tell boss</a:t>
            </a:r>
          </a:p>
          <a:p>
            <a:r>
              <a:rPr lang="en-US" dirty="0"/>
              <a:t>Sleeping on job -&gt; don’t tell boss</a:t>
            </a:r>
          </a:p>
          <a:p>
            <a:r>
              <a:rPr lang="en-US" dirty="0"/>
              <a:t>Speaking of boss, he’s here tonight, so disregard the previous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39930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QR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QR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Cross sell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Promotion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Backend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3901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2798999" y="3239497"/>
            <a:ext cx="19059081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44E969-9DCC-1D55-74C8-D80891424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8EF7B-046C-3DE7-3560-9AA029F18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2CF3C2-4417-3A81-0500-82BA7AF8CB04}"/>
              </a:ext>
            </a:extLst>
          </p:cNvPr>
          <p:cNvSpPr/>
          <p:nvPr/>
        </p:nvSpPr>
        <p:spPr>
          <a:xfrm rot="20528391">
            <a:off x="-2798999" y="3239497"/>
            <a:ext cx="19059081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862E50D-926E-A86B-7046-373184EE3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181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48148E-6 L -0.55208 0.0025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604" y="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86B3-303B-482F-8781-81FB029F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  <a:endParaRPr lang="nl-NL" dirty="0"/>
          </a:p>
        </p:txBody>
      </p:sp>
      <p:pic>
        <p:nvPicPr>
          <p:cNvPr id="5" name="Content Placeholder 4" descr="A person in a suit leaning against a tree&#10;&#10;AI-generated content may be incorrect.">
            <a:extLst>
              <a:ext uri="{FF2B5EF4-FFF2-40B4-BE49-F238E27FC236}">
                <a16:creationId xmlns:a16="http://schemas.microsoft.com/office/drawing/2014/main" id="{27478149-1F71-604C-F2E5-089C55130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938" y="605134"/>
            <a:ext cx="2754124" cy="2754124"/>
          </a:xfrm>
          <a:prstGeom prst="ellipse">
            <a:avLst/>
          </a:prstGeom>
          <a:ln>
            <a:noFill/>
          </a:ln>
          <a:effectLst>
            <a:outerShdw blurRad="381000" algn="ctr" rotWithShape="0">
              <a:prstClr val="black">
                <a:alpha val="40000"/>
              </a:prstClr>
            </a:outerShdw>
            <a:softEdge rad="0"/>
          </a:effectLst>
          <a:scene3d>
            <a:camera prst="orthographicFront"/>
            <a:lightRig rig="threePt" dir="t"/>
          </a:scene3d>
          <a:sp3d extrusionH="76200" contourW="63500">
            <a:contourClr>
              <a:schemeClr val="bg1"/>
            </a:contourClr>
          </a:sp3d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7CBB7A-DB3C-9BBA-CCB8-99B30DD1DD1E}"/>
              </a:ext>
            </a:extLst>
          </p:cNvPr>
          <p:cNvSpPr txBox="1">
            <a:spLocks/>
          </p:cNvSpPr>
          <p:nvPr/>
        </p:nvSpPr>
        <p:spPr>
          <a:xfrm>
            <a:off x="1778000" y="1825625"/>
            <a:ext cx="71722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René Sackers</a:t>
            </a:r>
          </a:p>
          <a:p>
            <a:r>
              <a:rPr lang="en-US" dirty="0"/>
              <a:t>.NET “developer” since 2006</a:t>
            </a:r>
          </a:p>
          <a:p>
            <a:r>
              <a:rPr lang="en-US" dirty="0"/>
              <a:t>At Beter Bed since 2019</a:t>
            </a:r>
          </a:p>
          <a:p>
            <a:r>
              <a:rPr lang="en-US" dirty="0"/>
              <a:t>Married 20</a:t>
            </a:r>
            <a:r>
              <a:rPr lang="en-US" baseline="30000" dirty="0"/>
              <a:t>th</a:t>
            </a:r>
            <a:r>
              <a:rPr lang="en-US" dirty="0"/>
              <a:t> June</a:t>
            </a:r>
          </a:p>
          <a:p>
            <a:r>
              <a:rPr lang="en-US" dirty="0"/>
              <a:t>Reach me at:</a:t>
            </a:r>
          </a:p>
          <a:p>
            <a:pPr lvl="1"/>
            <a:r>
              <a:rPr lang="en-US" dirty="0"/>
              <a:t>GitHub - @Rene-Sackers</a:t>
            </a:r>
          </a:p>
          <a:p>
            <a:pPr lvl="1"/>
            <a:r>
              <a:rPr lang="en-US" dirty="0"/>
              <a:t>LinkedIn</a:t>
            </a:r>
          </a:p>
          <a:p>
            <a:pPr lvl="1"/>
            <a:r>
              <a:rPr lang="en-US" dirty="0"/>
              <a:t>.NET Zuid meetings!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899C971-391E-EEE9-C06A-C4D1B1B80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6657" y="4928461"/>
            <a:ext cx="1324405" cy="1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5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Themes, styling, CSS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853478" cy="4351338"/>
          </a:xfrm>
        </p:spPr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Auto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Server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</a:t>
            </a:r>
            <a:r>
              <a:rPr lang="en-US" sz="1800" dirty="0" err="1"/>
              <a:t>WebAssembly</a:t>
            </a:r>
            <a:endParaRPr lang="en-US" sz="1800" dirty="0"/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D14D-F475-5378-E5BF-8ECB2F21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Themes, styling,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D2FB6-DE8A-B5CA-F347-FE3967B6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Customizability</a:t>
            </a:r>
          </a:p>
          <a:p>
            <a:r>
              <a:rPr lang="en-US" dirty="0"/>
              <a:t>Dark/light themes</a:t>
            </a:r>
          </a:p>
          <a:p>
            <a:r>
              <a:rPr lang="en-US" dirty="0"/>
              <a:t>Out-of-the-box CSS classes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Flexbox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3960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FC-443E-5824-2673-8C6C993B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6A4E-27E0-4E5F-88C3-19606435E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Grid</a:t>
            </a:r>
          </a:p>
          <a:p>
            <a:pPr lvl="1"/>
            <a:r>
              <a:rPr lang="en-US" dirty="0" err="1"/>
              <a:t>Snackbar</a:t>
            </a:r>
            <a:endParaRPr lang="en-US" dirty="0"/>
          </a:p>
          <a:p>
            <a:pPr lvl="1"/>
            <a:r>
              <a:rPr lang="en-US" dirty="0" err="1"/>
              <a:t>MessageBox</a:t>
            </a:r>
            <a:endParaRPr lang="en-US" dirty="0"/>
          </a:p>
          <a:p>
            <a:pPr lvl="1"/>
            <a:r>
              <a:rPr lang="en-US" dirty="0"/>
              <a:t>Table</a:t>
            </a:r>
          </a:p>
          <a:p>
            <a:pPr lvl="1"/>
            <a:r>
              <a:rPr lang="en-US" dirty="0"/>
              <a:t>…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62426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155-36FA-832D-2578-998256445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MudBlazor</a:t>
            </a:r>
            <a:r>
              <a:rPr lang="en-US" dirty="0"/>
              <a:t> in practice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EDE41-725C-78A9-0F35-CD883CE4E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2136775"/>
          </a:xfrm>
        </p:spPr>
        <p:txBody>
          <a:bodyPr/>
          <a:lstStyle/>
          <a:p>
            <a:r>
              <a:rPr lang="en-US" dirty="0"/>
              <a:t>QR code tool</a:t>
            </a:r>
          </a:p>
          <a:p>
            <a:r>
              <a:rPr lang="en-US" dirty="0"/>
              <a:t>Cross sell tool</a:t>
            </a:r>
          </a:p>
          <a:p>
            <a:r>
              <a:rPr lang="en-US" dirty="0"/>
              <a:t>Promotion tool</a:t>
            </a:r>
          </a:p>
          <a:p>
            <a:r>
              <a:rPr lang="en-US" dirty="0"/>
              <a:t>3D Boxspring configuration tool configuration tool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A14DD1B-257C-4A40-2BE1-7FEC2A6E2491}"/>
              </a:ext>
            </a:extLst>
          </p:cNvPr>
          <p:cNvGrpSpPr/>
          <p:nvPr/>
        </p:nvGrpSpPr>
        <p:grpSpPr>
          <a:xfrm>
            <a:off x="9065576" y="2076300"/>
            <a:ext cx="2696848" cy="1886100"/>
            <a:chOff x="4477706" y="4242800"/>
            <a:chExt cx="2696848" cy="1886100"/>
          </a:xfrm>
        </p:grpSpPr>
        <p:sp>
          <p:nvSpPr>
            <p:cNvPr id="4" name="Explosion: 14 Points 3">
              <a:extLst>
                <a:ext uri="{FF2B5EF4-FFF2-40B4-BE49-F238E27FC236}">
                  <a16:creationId xmlns:a16="http://schemas.microsoft.com/office/drawing/2014/main" id="{945DB9F8-016D-6FAA-E40E-CED11929B368}"/>
                </a:ext>
              </a:extLst>
            </p:cNvPr>
            <p:cNvSpPr/>
            <p:nvPr/>
          </p:nvSpPr>
          <p:spPr>
            <a:xfrm rot="3283582">
              <a:off x="4883080" y="3837426"/>
              <a:ext cx="1886100" cy="2696848"/>
            </a:xfrm>
            <a:prstGeom prst="irregularSeal2">
              <a:avLst/>
            </a:prstGeom>
            <a:solidFill>
              <a:srgbClr val="FFFF00"/>
            </a:solidFill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6A2E800-B2CC-D9E0-72CE-6DAE58C62283}"/>
                </a:ext>
              </a:extLst>
            </p:cNvPr>
            <p:cNvSpPr txBox="1"/>
            <p:nvPr/>
          </p:nvSpPr>
          <p:spPr>
            <a:xfrm rot="21110701">
              <a:off x="4976414" y="4770946"/>
              <a:ext cx="150876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dirty="0">
                  <a:solidFill>
                    <a:srgbClr val="FF0000"/>
                  </a:solidFill>
                  <a:latin typeface="Comic Sans MS" panose="030F0702030302020204" pitchFamily="66" charset="0"/>
                </a:rPr>
                <a:t>3000</a:t>
              </a:r>
              <a:endParaRPr lang="nl-NL" sz="4000" dirty="0">
                <a:solidFill>
                  <a:srgbClr val="FF0000"/>
                </a:solidFill>
                <a:latin typeface="Comic Sans MS" panose="030F0702030302020204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33264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6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FF85C-C1BB-4F22-64C7-AECF27D53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you!</a:t>
            </a:r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03E127-5CA6-F769-8A64-848428540306}"/>
              </a:ext>
            </a:extLst>
          </p:cNvPr>
          <p:cNvSpPr txBox="1"/>
          <p:nvPr/>
        </p:nvSpPr>
        <p:spPr>
          <a:xfrm>
            <a:off x="3010511" y="5459010"/>
            <a:ext cx="6170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https://github.com/Rene-Sackers/presentation-mudblazor</a:t>
            </a:r>
            <a:endParaRPr lang="LID4096" dirty="0"/>
          </a:p>
        </p:txBody>
      </p:sp>
      <p:pic>
        <p:nvPicPr>
          <p:cNvPr id="12" name="Picture 11" descr="A qr code with a logo&#10;&#10;AI-generated content may be incorrect.">
            <a:extLst>
              <a:ext uri="{FF2B5EF4-FFF2-40B4-BE49-F238E27FC236}">
                <a16:creationId xmlns:a16="http://schemas.microsoft.com/office/drawing/2014/main" id="{CF1D17FF-A84C-FDD0-EEF0-AE1B7E2FE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576" y="1285576"/>
            <a:ext cx="4286848" cy="428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4083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288</Words>
  <Application>Microsoft Office PowerPoint</Application>
  <PresentationFormat>Widescreen</PresentationFormat>
  <Paragraphs>73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Comic Sans MS</vt:lpstr>
      <vt:lpstr>Office Theme</vt:lpstr>
      <vt:lpstr>The Blazor Component Library You I’ve always wanted</vt:lpstr>
      <vt:lpstr>The Blazor Component Library You I’ve always wanted</vt:lpstr>
      <vt:lpstr>About me</vt:lpstr>
      <vt:lpstr>Contents</vt:lpstr>
      <vt:lpstr>Quick overview</vt:lpstr>
      <vt:lpstr>Setup</vt:lpstr>
      <vt:lpstr>Themes, styling, CSS</vt:lpstr>
      <vt:lpstr>Notable components</vt:lpstr>
      <vt:lpstr>MudBlazor in practice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47</cp:revision>
  <dcterms:created xsi:type="dcterms:W3CDTF">2025-11-05T14:50:23Z</dcterms:created>
  <dcterms:modified xsi:type="dcterms:W3CDTF">2025-12-14T21:14:18Z</dcterms:modified>
</cp:coreProperties>
</file>