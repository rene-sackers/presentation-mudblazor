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9" r:id="rId3"/>
    <p:sldId id="261" r:id="rId4"/>
    <p:sldId id="260" r:id="rId5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24242"/>
    <a:srgbClr val="5F50E5"/>
    <a:srgbClr val="E9EEF2"/>
    <a:srgbClr val="EDDD53"/>
    <a:srgbClr val="9857C7"/>
    <a:srgbClr val="2E2A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660"/>
  </p:normalViewPr>
  <p:slideViewPr>
    <p:cSldViewPr snapToGrid="0">
      <p:cViewPr varScale="1">
        <p:scale>
          <a:sx n="81" d="100"/>
          <a:sy n="81" d="100"/>
        </p:scale>
        <p:origin x="114" y="1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F2622-5461-4E3A-A9A9-E7D39FD1DE35}" type="datetimeFigureOut">
              <a:rPr lang="nl-NL" smtClean="0"/>
              <a:t>7-11-2025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B57125-8481-4D40-9A99-DC04EDF299F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97885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MUD Blazor = Material User Design… Blazor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66899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Sidenote: all interactive REQUIRED due to main layout components</a:t>
            </a:r>
          </a:p>
          <a:p>
            <a:r>
              <a:rPr lang="en-US" dirty="0"/>
              <a:t>Manual: https://mudblazor.com/getting-started/installation#manual-install-add-components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975901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4EB3E-20EC-8F83-E02A-86539EB53C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4770E6-E1F9-0F42-5BA4-94B509C9F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09C83-8629-8B53-B887-D162C35A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7-11-2025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A2BE8-5512-C8B8-D186-784806435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1C668-852D-E7A3-A8CB-28902688F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2715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34367-2F0B-A007-880D-966DDCCFF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0" y="365125"/>
            <a:ext cx="95758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0EE4F-8092-BFCC-B2A9-55FF0AF599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575800" cy="43513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80C4A1-6842-DCAF-1C71-BE595E2609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8000" y="6356348"/>
            <a:ext cx="2311400" cy="365125"/>
          </a:xfrm>
        </p:spPr>
        <p:txBody>
          <a:bodyPr/>
          <a:lstStyle/>
          <a:p>
            <a:fld id="{D070539C-1798-4111-8018-D381E61B49CE}" type="datetimeFigureOut">
              <a:rPr lang="nl-NL" smtClean="0"/>
              <a:t>7-11-2025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AA742-0817-3A13-7B40-2AB2C313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95799" y="6356349"/>
            <a:ext cx="4140201" cy="365125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7F340-5542-B1D7-6307-40DF4AAC6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7B2F68-35AF-F6D5-8007-D6AC03C4F2CD}"/>
              </a:ext>
            </a:extLst>
          </p:cNvPr>
          <p:cNvSpPr/>
          <p:nvPr userDrawn="1"/>
        </p:nvSpPr>
        <p:spPr>
          <a:xfrm rot="16200000">
            <a:off x="-2895597" y="2895599"/>
            <a:ext cx="6858002" cy="1066800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950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AC8D4-69C2-BAA7-274D-3DD1B85F0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E50515-D330-E734-A60F-4B5ABFEF1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DEBFD-BA93-2DDC-ADF8-540598773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7-11-2025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52EB43-BF37-B370-0DF8-9AA51CE44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51988-AF1E-FE63-0770-47F249D75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26275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4F0D8-E86E-F81F-44F5-D904BAD46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A9DAD-5587-7C54-4622-8CD0C564E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97FEBC-0AE3-DD89-2239-8FB2993950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3D3A08-2A4B-1243-67CC-89D8B83A0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7-11-2025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04554A-6562-5BA5-4C07-3AC4207F4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23DACD-C0F5-8934-7682-6EB91E72F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041541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39CD8-6E66-92D9-844F-5BEBB40CD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F07DF3-B29D-0C6C-C476-50384B1DA3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8CACE-50C6-426F-9A2A-66689E4AC7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176C16-A466-1BB5-8867-FB34FA63A9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C91E5B-A565-EE1E-8878-FD3916E3E2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D77285-8C68-9D9D-51E3-6B7898ED1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7-11-2025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E68F51-A2AF-5D2E-0035-8A976180C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011CF1-39F9-8A92-E91C-1D8A1607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3165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A92B0-0673-5341-21CA-4AC6EB439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A63D51-3BA6-DEDD-016A-DC6A533E9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7-11-2025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EAF42-7637-947E-6738-4222E9587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55F2B-9742-00A2-F482-9D7004EC7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3144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9BB2F9-0E9C-2C7E-4CAF-C7EEA24E0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7-11-2025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739673-668B-8B48-A03B-D006CA166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2FE9-7BF2-A835-253F-9AF997773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9206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08B10-8259-4ECB-7574-8A5D057EF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E37588-58EA-C266-B330-69FA70D39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16188F-4D18-9A91-000E-32B8288E87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B61BE3-F008-9739-4FCE-A3C8BDCDA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7-11-2025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DDD65-3D57-BBFA-0BA7-0B3ABBA0B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AB72EE-3D0F-992D-4726-342003EE7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2098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21528-1D44-8EDA-D5CA-FBF24A0B7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A93A84-AF4A-2AFE-B7B3-85265D9DE1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53A8A3-0EA7-06F2-F58B-64D9151516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D46136-7AB5-26A3-4C7C-9E985346D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7-11-2025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0BFFF8-D554-292B-8658-5E2991634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31D0B-359E-20CC-28CD-29933DB7A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64865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DA407-34DE-F625-4B3A-8F97A9EB3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4BAD94-7CF6-CD6D-A446-8B50A64934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83C557-D394-D7F2-96E4-856C69DBB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7-11-2025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CA299-1A44-0356-38C1-6DF2AC58C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7D606-856B-EE44-ABFD-3C696D203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9566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4907C8-01B2-F72D-A17D-CCA18FB22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B68C4A-A109-84C8-9B9D-0CA58CFAE4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AEB438-20E8-655E-6E97-C4944024D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7-11-2025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4C3A90-F3BE-1510-FBCF-57B41628E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4D123-E84C-CA3C-A477-9F5115828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680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4A7C74-9217-7A6E-EDBE-94174ADB7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0000" y="365125"/>
            <a:ext cx="10083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6F7C52-28BF-4624-DE63-CD63F1D908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70000" y="1825625"/>
            <a:ext cx="1008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7C2AD0-FA89-B079-9635-A8E306C3EC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70000" y="6356349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70539C-1798-4111-8018-D381E61B49CE}" type="datetimeFigureOut">
              <a:rPr lang="nl-NL" smtClean="0"/>
              <a:t>7-11-2025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4A8FCA-119A-098C-7426-37994066DA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25899" y="6356349"/>
            <a:ext cx="45720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7E254-EE99-2B53-66E6-6DE1BF2D5B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42400" y="6356350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1356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6BB4B-2B08-8B82-9638-195818F551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976" y="650174"/>
            <a:ext cx="8011886" cy="2211779"/>
          </a:xfrm>
        </p:spPr>
        <p:txBody>
          <a:bodyPr>
            <a:normAutofit fontScale="90000"/>
          </a:bodyPr>
          <a:lstStyle/>
          <a:p>
            <a:pPr algn="l"/>
            <a:r>
              <a:rPr lang="en-US" b="1" dirty="0">
                <a:solidFill>
                  <a:srgbClr val="424242"/>
                </a:solidFill>
              </a:rPr>
              <a:t>The Blazor</a:t>
            </a:r>
            <a:br>
              <a:rPr lang="en-US" b="1" dirty="0">
                <a:solidFill>
                  <a:srgbClr val="424242"/>
                </a:solidFill>
              </a:rPr>
            </a:br>
            <a:r>
              <a:rPr lang="en-US" b="1" dirty="0">
                <a:solidFill>
                  <a:srgbClr val="424242"/>
                </a:solidFill>
              </a:rPr>
              <a:t>Component Library</a:t>
            </a:r>
            <a:br>
              <a:rPr lang="en-US" dirty="0">
                <a:solidFill>
                  <a:srgbClr val="424242"/>
                </a:solidFill>
              </a:rPr>
            </a:br>
            <a:r>
              <a:rPr lang="en-US" b="1" strike="sngStrike" dirty="0">
                <a:solidFill>
                  <a:srgbClr val="424242"/>
                </a:solidFill>
              </a:rPr>
              <a:t>You</a:t>
            </a:r>
            <a:r>
              <a:rPr lang="en-US" b="1" dirty="0">
                <a:solidFill>
                  <a:srgbClr val="424242"/>
                </a:solidFill>
              </a:rPr>
              <a:t> I’ve always wanted</a:t>
            </a:r>
            <a:endParaRPr lang="nl-NL" dirty="0">
              <a:solidFill>
                <a:srgbClr val="42424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F98716-9FDC-5AD9-D959-BEF18E76ED34}"/>
              </a:ext>
            </a:extLst>
          </p:cNvPr>
          <p:cNvSpPr/>
          <p:nvPr/>
        </p:nvSpPr>
        <p:spPr>
          <a:xfrm rot="20528391">
            <a:off x="-706893" y="3411271"/>
            <a:ext cx="13808687" cy="2091279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BDE6A62-7055-CC76-5207-0FCCE23DF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5949" y="1596572"/>
            <a:ext cx="4895732" cy="5052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0519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7DACC-1920-B5A5-ED8F-070C38C5E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F26B90-9F35-D6F1-99F8-F3655724A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Quick overview</a:t>
            </a:r>
          </a:p>
          <a:p>
            <a:r>
              <a:rPr lang="en-US" dirty="0"/>
              <a:t>Setup</a:t>
            </a:r>
          </a:p>
          <a:p>
            <a:r>
              <a:rPr lang="en-US" dirty="0"/>
              <a:t>Color/Themes</a:t>
            </a:r>
          </a:p>
          <a:p>
            <a:r>
              <a:rPr lang="en-US" dirty="0"/>
              <a:t>Notable components</a:t>
            </a:r>
          </a:p>
          <a:p>
            <a:r>
              <a:rPr lang="en-US" dirty="0"/>
              <a:t>In practice</a:t>
            </a:r>
          </a:p>
          <a:p>
            <a:r>
              <a:rPr lang="en-US" dirty="0"/>
              <a:t>Extensions </a:t>
            </a:r>
            <a:r>
              <a:rPr lang="en-US" sz="1800" dirty="0"/>
              <a:t>(if time allows)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44195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0CC75-F00E-2A15-94A6-C934706D9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overview</a:t>
            </a:r>
            <a:endParaRPr lang="nl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14A3DF-98B1-A98D-7197-D9CE1363D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56541">
            <a:off x="1477962" y="1769220"/>
            <a:ext cx="4257675" cy="11525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DA25-5B82-37F1-31B9-C7AD1C6F04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59768">
            <a:off x="5929010" y="1822308"/>
            <a:ext cx="6087859" cy="10463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DC41FE0-BFA6-63D2-7B27-29172613AE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69129">
            <a:off x="4902200" y="3095625"/>
            <a:ext cx="6705600" cy="89535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DBDC65-F58E-FBC5-A692-FCD826FFA7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53183">
            <a:off x="8964443" y="4905382"/>
            <a:ext cx="2790825" cy="4667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0CA4888-5ACD-5F9E-B5FB-0EF4DF9A0A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43612">
            <a:off x="5852932" y="4319358"/>
            <a:ext cx="2542369" cy="20796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332854D-4E4F-560A-C012-5405C86411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892072">
            <a:off x="2009674" y="3248152"/>
            <a:ext cx="2509773" cy="3020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754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F9307-94C3-356D-431A-8C19274A8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79221-FE69-2109-793A-BB1B19557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dotnet new </a:t>
            </a:r>
            <a:r>
              <a:rPr lang="en-US" dirty="0" err="1"/>
              <a:t>mudblazor</a:t>
            </a:r>
            <a:endParaRPr lang="en-US" dirty="0"/>
          </a:p>
          <a:p>
            <a:pPr lvl="1"/>
            <a:r>
              <a:rPr lang="en-US" sz="1800" dirty="0"/>
              <a:t>dotnet new install </a:t>
            </a:r>
            <a:r>
              <a:rPr lang="en-US" sz="1800" dirty="0" err="1"/>
              <a:t>MudBlazor.Templates</a:t>
            </a:r>
            <a:endParaRPr lang="en-US" sz="1800" dirty="0"/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--interactivity Auto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</a:t>
            </a:r>
          </a:p>
          <a:p>
            <a:r>
              <a:rPr lang="en-US" sz="2400" dirty="0"/>
              <a:t>Manual</a:t>
            </a:r>
          </a:p>
        </p:txBody>
      </p:sp>
    </p:spTree>
    <p:extLst>
      <p:ext uri="{BB962C8B-B14F-4D97-AF65-F5344CB8AC3E}">
        <p14:creationId xmlns:p14="http://schemas.microsoft.com/office/powerpoint/2010/main" val="8464743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424242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125</TotalTime>
  <Words>84</Words>
  <Application>Microsoft Office PowerPoint</Application>
  <PresentationFormat>Widescreen</PresentationFormat>
  <Paragraphs>19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The Blazor Component Library You I’ve always wanted</vt:lpstr>
      <vt:lpstr>Contents</vt:lpstr>
      <vt:lpstr>Quick overview</vt:lpstr>
      <vt:lpstr>Setup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Rene Sackers</dc:creator>
  <cp:lastModifiedBy>Rene Sackers</cp:lastModifiedBy>
  <cp:revision>8</cp:revision>
  <dcterms:created xsi:type="dcterms:W3CDTF">2025-11-05T14:50:23Z</dcterms:created>
  <dcterms:modified xsi:type="dcterms:W3CDTF">2025-11-07T09:46:42Z</dcterms:modified>
</cp:coreProperties>
</file>